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485" y="-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547DD9-C9A7-CC0A-50F2-9B1CA06E7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72CBE1-5721-1C44-3B3A-D7ED276AD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284FF9-B4A7-D3A4-B086-C46AFF756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CC950-3888-64B2-D52F-B0BC0BC05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EADA8F-E97C-CA08-586F-C33FFB39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074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A8ECD0-D741-9D90-846E-11765A70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3D2217-F98B-6A43-B9FC-FB4FDBD05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517F5E-3BFC-4ECF-CCB0-F48C71A7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7F44E0-DACD-5CC2-099E-CC22F0BEC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1E1DF7-35A8-DBE0-156A-3CBCC6BC1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981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AC391-E22F-4347-E50B-9D8570D59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2CAAE9-73C6-7EC6-8B95-D4A5D8010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E7ECA7-9DAC-C097-95DD-1D002F0D0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A0890-F4F6-D1A2-F003-86BCADD49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D64E80-1E9E-8EEC-3787-20867BC96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3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9EF087-2B56-FB6C-864A-DC5B43852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9CCE8C-B256-F7C0-E441-72AF380CB2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05F87D-C661-6013-34D6-A477BD5CF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F91560-0C9C-8EC4-125C-A94BF5CE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CB2106-1645-6BA8-3F05-13FDF56E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4A2C04-4416-4792-2A98-6E2EEA61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41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58FC9-117A-B63D-3328-FB58F615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5D2503-93A2-560F-55BB-FE840A5C6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359044-319A-F81A-EC1E-6D195AAE9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A7E17E5-0384-C5FD-143F-DC1679D69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63CC1B-EA76-D8B9-AB67-B9B3F0443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6270E3C-421B-477C-1597-43042584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79FF7F0-4D51-2F6F-B9C8-D395AB8D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4486-B652-8DD3-03C3-DEF5722B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21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5EA46-EDCF-4B24-03A1-327D38C44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BCE1B3B-2BB0-CF58-8A09-A5BF3C9D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834A9EB-983A-6D43-FA01-ABC05B2D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2F776B-D5E5-E22E-CBAB-C8391D92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9340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5D395D-B491-4FB1-E2B0-7C57F791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BD2AA16-4602-C7C2-14D0-0017168F8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C47093-74C6-4E49-764F-AE8AA76C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212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22DF8-98B5-798A-C1C8-6EAC83076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44187C-2CC1-B08B-4B83-7D8974E7F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414A9E-82C9-2649-0DC5-E193436D0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EE0D36-FDE6-E194-F60B-0A8EDA99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25EE61-E18C-D258-086F-3AFFEF18E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8FEBCB-451D-B1AF-4477-9F9BBCF9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742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5A9BC-FC40-9957-B570-F48E8254E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07AA5EC-92E1-2EBB-FC13-70789FD95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F3B7C7-4A72-1F87-B562-B94DB14EC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111791-AAD0-19F3-5865-E7452542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EBF97A-E06E-288A-D649-D968C13D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8558BD-5E43-430D-2BC2-1D8399B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112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6EAC7-2AB7-FEB9-D31C-79322E42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A180F6-C22A-861B-11AA-CD87D9E47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9F02B0-1132-AD27-7A80-AFEB4199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A1A286-C8B4-F9EF-562B-45433E53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D9EC82-FC8A-9488-DDF7-A6A64253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84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DB27E4-1A8C-1BD6-9FC1-1C37D3F46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FCF9E0-2CDF-5FC2-E6A0-64D46F7CB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8E8C0-68CE-D17D-40C1-2F265D52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A5B4C0-CEDD-DE70-1ABA-EAB472E7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3EC295-D9E4-3B00-3E7B-B4E4AF18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80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5A8D6E0-A519-A8D1-FBF3-9AFDE5CB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3D351A-C2BD-5F87-C0F5-B131C561A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54DD6B-5586-FC7B-3942-74D0B2FE7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A635F-A228-4313-8753-7B5D136293F4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8B5508-6F23-A93A-E840-E1D663E57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79D95A-A935-4EA0-6BB4-1FCFA916A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2EAC0-78D4-461F-BFDB-E5E218EDD6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75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E8F3B3-1421-547D-3826-0C447499D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pt-BR" sz="4000" b="1" dirty="0">
                <a:solidFill>
                  <a:srgbClr val="FFFFFF"/>
                </a:solidFill>
              </a:rPr>
              <a:t>COLOCAÇÃO PRONOMINAL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E855D2-BF67-CF17-AD70-3B68BA922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 fontScale="77500" lnSpcReduction="20000"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</a:rPr>
              <a:t>GRAMÁTICA SER PROTAGONISTA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</a:rPr>
              <a:t>PÁGINA 400 A 403</a:t>
            </a:r>
          </a:p>
          <a:p>
            <a:pPr algn="l"/>
            <a:r>
              <a:rPr lang="pt-BR" sz="2000" b="1" dirty="0">
                <a:solidFill>
                  <a:srgbClr val="FFFFFF"/>
                </a:solidFill>
              </a:rPr>
              <a:t>Profº Rozildo Brito</a:t>
            </a:r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64B54C32-FED1-7BA7-40A2-8054FE406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" y="189458"/>
            <a:ext cx="11327549" cy="438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53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848D311C-B49C-1C11-86D4-0A10963A2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253"/>
            <a:ext cx="12192000" cy="632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abela&#10;&#10;O conteúdo gerado por IA pode estar incorreto.">
            <a:extLst>
              <a:ext uri="{FF2B5EF4-FFF2-40B4-BE49-F238E27FC236}">
                <a16:creationId xmlns:a16="http://schemas.microsoft.com/office/drawing/2014/main" id="{87AAF986-25E6-6758-FA7D-2961370BD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8"/>
            <a:ext cx="12083969" cy="4431312"/>
          </a:xfrm>
          <a:prstGeom prst="rect">
            <a:avLst/>
          </a:prstGeom>
        </p:spPr>
      </p:pic>
      <p:pic>
        <p:nvPicPr>
          <p:cNvPr id="5" name="Imagem 4" descr="Tabela&#10;&#10;O conteúdo gerado por IA pode estar incorreto.">
            <a:extLst>
              <a:ext uri="{FF2B5EF4-FFF2-40B4-BE49-F238E27FC236}">
                <a16:creationId xmlns:a16="http://schemas.microsoft.com/office/drawing/2014/main" id="{88AB34AA-8B57-5A31-FACD-7A1D66701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43" y="4257232"/>
            <a:ext cx="11829326" cy="260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1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8F01436-EE5A-8344-45A7-256A94CB0DEF}"/>
              </a:ext>
            </a:extLst>
          </p:cNvPr>
          <p:cNvSpPr txBox="1"/>
          <p:nvPr/>
        </p:nvSpPr>
        <p:spPr>
          <a:xfrm>
            <a:off x="638881" y="390525"/>
            <a:ext cx="10909640" cy="1510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OS PRONOMES OBLÍQUOS ÁTONOS PODEM  OCUPAR 3 POSIÇÕES: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1753266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02B486BB-9134-00DF-C98B-53E12B82A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98" y="2960671"/>
            <a:ext cx="10453218" cy="309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9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abela&#10;&#10;O conteúdo gerado por IA pode estar incorreto.">
            <a:extLst>
              <a:ext uri="{FF2B5EF4-FFF2-40B4-BE49-F238E27FC236}">
                <a16:creationId xmlns:a16="http://schemas.microsoft.com/office/drawing/2014/main" id="{E8BC86C6-6A84-E570-0FD5-09CBF694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" y="713996"/>
            <a:ext cx="12069859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46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abela&#10;&#10;O conteúdo gerado por IA pode estar incorreto.">
            <a:extLst>
              <a:ext uri="{FF2B5EF4-FFF2-40B4-BE49-F238E27FC236}">
                <a16:creationId xmlns:a16="http://schemas.microsoft.com/office/drawing/2014/main" id="{931B2EE6-FC4F-9CEC-E2BF-6436CC5A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" y="73664"/>
            <a:ext cx="12050807" cy="4372585"/>
          </a:xfrm>
          <a:prstGeom prst="rect">
            <a:avLst/>
          </a:prstGeom>
        </p:spPr>
      </p:pic>
      <p:pic>
        <p:nvPicPr>
          <p:cNvPr id="4" name="Imagem 3" descr="Tabela&#10;&#10;O conteúdo gerado por IA pode estar incorreto.">
            <a:extLst>
              <a:ext uri="{FF2B5EF4-FFF2-40B4-BE49-F238E27FC236}">
                <a16:creationId xmlns:a16="http://schemas.microsoft.com/office/drawing/2014/main" id="{FB7EB562-AF6D-B72C-5EBD-52932E6D1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0" y="4480878"/>
            <a:ext cx="12069859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33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B308575F-17E7-1F1F-840D-DD2106431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08" y="310200"/>
            <a:ext cx="11872863" cy="51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379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1BF23BDB8F8434AB6E40BB43FD7D4A1" ma:contentTypeVersion="0" ma:contentTypeDescription="Crie um novo documento." ma:contentTypeScope="" ma:versionID="d544135107e2198ff16d56b1b96cdbe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1A82E5-01CD-45B5-A72A-0E506D1FC162}"/>
</file>

<file path=customXml/itemProps2.xml><?xml version="1.0" encoding="utf-8"?>
<ds:datastoreItem xmlns:ds="http://schemas.openxmlformats.org/officeDocument/2006/customXml" ds:itemID="{F07217C0-9D0A-452F-9970-E0D38C3A3C03}"/>
</file>

<file path=customXml/itemProps3.xml><?xml version="1.0" encoding="utf-8"?>
<ds:datastoreItem xmlns:ds="http://schemas.openxmlformats.org/officeDocument/2006/customXml" ds:itemID="{D03E8490-2B7F-4FBD-B5C0-B143ACF5511B}"/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21</Words>
  <Application>Microsoft Office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COLOCAÇÃO PRONOMINAL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Rozildo Farias de Brito</dc:creator>
  <cp:lastModifiedBy>Rozildo Farias de Brito</cp:lastModifiedBy>
  <cp:revision>1</cp:revision>
  <dcterms:created xsi:type="dcterms:W3CDTF">2026-03-01T13:16:01Z</dcterms:created>
  <dcterms:modified xsi:type="dcterms:W3CDTF">2026-03-01T14:10:25Z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0x01010011BF23BDB8F8434AB6E40BB43FD7D4A1</vt:lpwstr>
  </property>
</Properties>
</file>